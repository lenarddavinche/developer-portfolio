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>
        <p:scale>
          <a:sx n="92" d="100"/>
          <a:sy n="92" d="100"/>
        </p:scale>
        <p:origin x="6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863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51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60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13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52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13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40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44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616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2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B2CD0-312C-41AB-A221-E0F0975373BC}" type="datetimeFigureOut">
              <a:rPr lang="en-GB" smtClean="0"/>
              <a:t>17/10/2016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09A12-F9FF-402C-BB46-316EA12607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223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Types of Online Communication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Leandro Baroca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15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‘Slack’ </a:t>
            </a:r>
            <a:r>
              <a:rPr lang="en-GB" dirty="0" smtClean="0"/>
              <a:t>Web Messenger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029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Twitter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8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Forum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985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Email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95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Group Discussion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67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Language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0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Interpersonal Skills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827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Written communication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42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Formaility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5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38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23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Types of Online Communication</vt:lpstr>
      <vt:lpstr>‘Slack’ Web Messenger</vt:lpstr>
      <vt:lpstr>Twitter</vt:lpstr>
      <vt:lpstr>Forum</vt:lpstr>
      <vt:lpstr>Email</vt:lpstr>
      <vt:lpstr>Group Discussion</vt:lpstr>
      <vt:lpstr>Language</vt:lpstr>
      <vt:lpstr>Interpersonal Skills</vt:lpstr>
      <vt:lpstr>Written communication</vt:lpstr>
      <vt:lpstr>Formaility</vt:lpstr>
      <vt:lpstr>Tone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Social Media</dc:title>
  <dc:creator>Leandro Baroca</dc:creator>
  <cp:lastModifiedBy>Leandro Baroca</cp:lastModifiedBy>
  <cp:revision>6</cp:revision>
  <dcterms:created xsi:type="dcterms:W3CDTF">2016-10-11T08:49:39Z</dcterms:created>
  <dcterms:modified xsi:type="dcterms:W3CDTF">2016-10-17T13:23:58Z</dcterms:modified>
</cp:coreProperties>
</file>