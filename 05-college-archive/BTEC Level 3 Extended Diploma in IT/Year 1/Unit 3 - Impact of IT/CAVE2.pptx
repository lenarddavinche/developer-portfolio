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7" autoAdjust="0"/>
    <p:restoredTop sz="94660"/>
  </p:normalViewPr>
  <p:slideViewPr>
    <p:cSldViewPr snapToGrid="0">
      <p:cViewPr varScale="1">
        <p:scale>
          <a:sx n="44" d="100"/>
          <a:sy n="44" d="100"/>
        </p:scale>
        <p:origin x="60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1638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13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5374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73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49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41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51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934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116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8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933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00DA757-0310-42DC-AF09-C53FF00173B5}" type="datetimeFigureOut">
              <a:rPr lang="en-GB" smtClean="0"/>
              <a:t>28/11/2016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84D4F4D-05A8-4164-9ADA-011DDF29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549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CAVE2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Leandro Baroca and Dylan Fernandes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http://jdpirtle.com/images/cave2_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470" y="758952"/>
            <a:ext cx="6604562" cy="364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96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What is CAVE2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Cave2 is a next generation Hybrid Visualization Environment. CAVE 2 combines the benefits of scalable-resolution display walls with a ground-breaking, second-generation virtual reality system. </a:t>
            </a:r>
          </a:p>
          <a:p>
            <a:pPr marL="0" indent="0">
              <a:buNone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Below are the specifications of CAVE 2: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320 degree, panoramic design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20.1 surround sound audio system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Scalable high-performance computer cluster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Ultra high quality resolution of 0.29 inch per pixel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60’ x 8’ display, for 480 square feet of viewing surface</a:t>
            </a:r>
          </a:p>
        </p:txBody>
      </p:sp>
      <p:pic>
        <p:nvPicPr>
          <p:cNvPr id="1026" name="Picture 2" descr="https://www.evl.uic.edu/resizedImages/1280x720-spie13paper_cave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861" y="0"/>
            <a:ext cx="2552919" cy="176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24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What CAVE2 can be used for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In today’s information rich world there are limitless uses for virtual environment, such as: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Info-rich data analysis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Virtual environment simulation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Oil and gas discovery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Design engineering 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Architectural design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Large-scale collaboration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44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How CAVE2 can be used on Business Systems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Cave2 can be used in many businesses that is based on science research, construction and medical research. For example: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CAVE2 can help improve architecture because they can look at their plans in depth.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It can help with science research because you can view microscopic environments on a large scale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It could help with medical research by viewing the body on a large scale to check how diseases affect the body.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IT could be used for Estate Agents for touring inside a house instead of visiting the physical property.</a:t>
            </a:r>
          </a:p>
          <a:p>
            <a:pPr marL="0" indent="0">
              <a:buNone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These were a few examples of are many, limitless uses that CAVE2 helps with Business Systems.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02710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19</TotalTime>
  <Words>240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Schoolbook</vt:lpstr>
      <vt:lpstr>Wingdings 2</vt:lpstr>
      <vt:lpstr>View</vt:lpstr>
      <vt:lpstr>CAVE2</vt:lpstr>
      <vt:lpstr>What is CAVE2</vt:lpstr>
      <vt:lpstr>What CAVE2 can be used for</vt:lpstr>
      <vt:lpstr>How CAVE2 can be used on Business Systems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CAVE2</dc:title>
  <dc:creator>Leandro Baroca</dc:creator>
  <cp:lastModifiedBy>Leandro Baroca</cp:lastModifiedBy>
  <cp:revision>3</cp:revision>
  <dcterms:created xsi:type="dcterms:W3CDTF">2016-11-28T14:12:09Z</dcterms:created>
  <dcterms:modified xsi:type="dcterms:W3CDTF">2016-11-28T14:31:17Z</dcterms:modified>
</cp:coreProperties>
</file>